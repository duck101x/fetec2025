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presProps" Target="pres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5" Type="http://schemas.openxmlformats.org/officeDocument/2006/relationships/slide" Target="slides/slide4.xml" /><Relationship Id="rId10" Type="http://schemas.openxmlformats.org/officeDocument/2006/relationships/tableStyles" Target="tableStyles.xml" /><Relationship Id="rId4" Type="http://schemas.openxmlformats.org/officeDocument/2006/relationships/slide" Target="slides/slide3.xml" /><Relationship Id="rId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C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5400" b="1">
                <a:solidFill>
                  <a:srgbClr val="007DBA"/>
                </a:solidFill>
              </a:defRPr>
            </a:pPr>
            <a:r>
              <a:rPr dirty="0">
                <a:solidFill>
                  <a:schemeClr val="accent4"/>
                </a:solidFill>
              </a:rPr>
              <a:t>Arduino UNO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E6E6E6"/>
                </a:solidFill>
              </a:defRPr>
            </a:pPr>
            <a:r>
              <a:t>O que é, para que serve e como funciona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C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7DBA"/>
                </a:solidFill>
              </a:defRPr>
            </a:pPr>
            <a:r>
              <a:rPr dirty="0">
                <a:solidFill>
                  <a:schemeClr val="accent4"/>
                </a:solidFill>
              </a:rPr>
              <a:t>O que é o Arduino UNO?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06359"/>
            <a:ext cx="5615410" cy="4525963"/>
          </a:xfrm>
        </p:spPr>
        <p:txBody>
          <a:bodyPr>
            <a:normAutofit lnSpcReduction="10000"/>
          </a:bodyPr>
          <a:lstStyle/>
          <a:p>
            <a:endParaRPr dirty="0"/>
          </a:p>
          <a:p>
            <a:pPr>
              <a:defRPr>
                <a:solidFill>
                  <a:srgbClr val="EBEBEB"/>
                </a:solidFill>
              </a:defRPr>
            </a:pPr>
            <a:r>
              <a:rPr dirty="0"/>
              <a:t>Placa de prototipagem eletrônica baseada no microcontrolador ATmega328P.</a:t>
            </a:r>
          </a:p>
          <a:p>
            <a:pPr>
              <a:defRPr>
                <a:solidFill>
                  <a:srgbClr val="EBEBEB"/>
                </a:solidFill>
              </a:defRPr>
            </a:pPr>
            <a:r>
              <a:rPr dirty="0"/>
              <a:t>Permite controlar sensores, atuadores e dispositivos.</a:t>
            </a:r>
          </a:p>
          <a:p>
            <a:pPr>
              <a:defRPr>
                <a:solidFill>
                  <a:srgbClr val="EBEBEB"/>
                </a:solidFill>
              </a:defRPr>
            </a:pPr>
            <a:r>
              <a:rPr dirty="0"/>
              <a:t>Ideal para aprendizado, automação e projetos maker.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2CA40D1-8662-FF59-4E25-DEF8FBDDBB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5892" y="2040815"/>
            <a:ext cx="3410826" cy="341082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C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7DBA"/>
                </a:solidFill>
              </a:defRPr>
            </a:pPr>
            <a:r>
              <a:rPr dirty="0">
                <a:solidFill>
                  <a:schemeClr val="accent4"/>
                </a:solidFill>
              </a:rPr>
              <a:t>Para que serve?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buNone/>
              <a:defRPr>
                <a:solidFill>
                  <a:srgbClr val="EBEBEB"/>
                </a:solidFill>
              </a:defRPr>
            </a:pPr>
            <a:r>
              <a:rPr dirty="0"/>
              <a:t>• Criar projetos eletrônicos interativos.</a:t>
            </a:r>
          </a:p>
          <a:p>
            <a:pPr marL="0" indent="0">
              <a:buNone/>
              <a:defRPr>
                <a:solidFill>
                  <a:srgbClr val="EBEBEB"/>
                </a:solidFill>
              </a:defRPr>
            </a:pPr>
            <a:r>
              <a:rPr dirty="0"/>
              <a:t>• Controlar motores, LEDs, sensores e módulos.</a:t>
            </a:r>
          </a:p>
          <a:p>
            <a:pPr>
              <a:defRPr>
                <a:solidFill>
                  <a:srgbClr val="EBEBEB"/>
                </a:solidFill>
              </a:defRPr>
            </a:pPr>
            <a:r>
              <a:rPr dirty="0"/>
              <a:t>Construção de robôs, automações e dispositivos inteligentes.</a:t>
            </a:r>
          </a:p>
          <a:p>
            <a:pPr>
              <a:defRPr>
                <a:solidFill>
                  <a:srgbClr val="EBEBEB"/>
                </a:solidFill>
              </a:defRPr>
            </a:pPr>
            <a:r>
              <a:rPr dirty="0"/>
              <a:t>Usado em escolas, laboratórios e indústria.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C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7DBA"/>
                </a:solidFill>
              </a:defRPr>
            </a:pPr>
            <a:r>
              <a:rPr dirty="0">
                <a:solidFill>
                  <a:schemeClr val="accent4"/>
                </a:solidFill>
              </a:rPr>
              <a:t>Principais</a:t>
            </a:r>
            <a:r>
              <a:rPr dirty="0"/>
              <a:t> </a:t>
            </a:r>
            <a:r>
              <a:rPr dirty="0">
                <a:solidFill>
                  <a:schemeClr val="accent4"/>
                </a:solidFill>
              </a:rPr>
              <a:t>Características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343" y="1888088"/>
            <a:ext cx="4922682" cy="4049574"/>
          </a:xfrm>
        </p:spPr>
        <p:txBody>
          <a:bodyPr>
            <a:normAutofit fontScale="92500" lnSpcReduction="20000"/>
          </a:bodyPr>
          <a:lstStyle/>
          <a:p>
            <a:endParaRPr dirty="0"/>
          </a:p>
          <a:p>
            <a:pPr>
              <a:defRPr>
                <a:solidFill>
                  <a:srgbClr val="EBEBEB"/>
                </a:solidFill>
              </a:defRPr>
            </a:pPr>
            <a:r>
              <a:rPr dirty="0"/>
              <a:t>14 pinos digitais (6 com PWM).</a:t>
            </a:r>
          </a:p>
          <a:p>
            <a:pPr>
              <a:defRPr>
                <a:solidFill>
                  <a:srgbClr val="EBEBEB"/>
                </a:solidFill>
              </a:defRPr>
            </a:pPr>
            <a:r>
              <a:rPr dirty="0"/>
              <a:t>6 entradas analógicas.</a:t>
            </a:r>
          </a:p>
          <a:p>
            <a:pPr>
              <a:defRPr>
                <a:solidFill>
                  <a:srgbClr val="EBEBEB"/>
                </a:solidFill>
              </a:defRPr>
            </a:pPr>
            <a:r>
              <a:rPr dirty="0"/>
              <a:t>Comunicação USB nativa.</a:t>
            </a:r>
          </a:p>
          <a:p>
            <a:pPr>
              <a:defRPr>
                <a:solidFill>
                  <a:srgbClr val="EBEBEB"/>
                </a:solidFill>
              </a:defRPr>
            </a:pPr>
            <a:r>
              <a:rPr dirty="0"/>
              <a:t>Microcontrolador ATmega328P.</a:t>
            </a:r>
          </a:p>
          <a:p>
            <a:pPr>
              <a:defRPr>
                <a:solidFill>
                  <a:srgbClr val="EBEBEB"/>
                </a:solidFill>
              </a:defRPr>
            </a:pPr>
            <a:r>
              <a:rPr dirty="0"/>
              <a:t>Fácil programação via IDE Arduino.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86FDC7E-6857-ACCC-7F14-EB0B41B85F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2968" y="2728769"/>
            <a:ext cx="4277600" cy="261512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C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7DBA"/>
                </a:solidFill>
              </a:defRPr>
            </a:pPr>
            <a:r>
              <a:rPr dirty="0">
                <a:solidFill>
                  <a:schemeClr val="accent4"/>
                </a:solidFill>
              </a:rPr>
              <a:t>Exemplos de Projetos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>
                <a:solidFill>
                  <a:srgbClr val="EBEBEB"/>
                </a:solidFill>
              </a:defRPr>
            </a:pPr>
            <a:r>
              <a:rPr dirty="0"/>
              <a:t>Robôs seguidores de linha.</a:t>
            </a:r>
          </a:p>
          <a:p>
            <a:pPr>
              <a:defRPr>
                <a:solidFill>
                  <a:srgbClr val="EBEBEB"/>
                </a:solidFill>
              </a:defRPr>
            </a:pPr>
            <a:r>
              <a:rPr dirty="0"/>
              <a:t>Impressoras 3D.</a:t>
            </a:r>
          </a:p>
          <a:p>
            <a:pPr>
              <a:defRPr>
                <a:solidFill>
                  <a:srgbClr val="EBEBEB"/>
                </a:solidFill>
              </a:defRPr>
            </a:pPr>
            <a:r>
              <a:rPr dirty="0"/>
              <a:t>Estações meteorológicas.</a:t>
            </a:r>
          </a:p>
          <a:p>
            <a:pPr>
              <a:defRPr>
                <a:solidFill>
                  <a:srgbClr val="EBEBEB"/>
                </a:solidFill>
              </a:defRPr>
            </a:pPr>
            <a:r>
              <a:rPr dirty="0"/>
              <a:t>Automação residencial.</a:t>
            </a:r>
          </a:p>
          <a:p>
            <a:pPr>
              <a:defRPr>
                <a:solidFill>
                  <a:srgbClr val="EBEBEB"/>
                </a:solidFill>
              </a:defRPr>
            </a:pPr>
            <a:r>
              <a:t>Volantes </a:t>
            </a:r>
            <a:r>
              <a:rPr dirty="0"/>
              <a:t>e pedais para jogos.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Apresentação na tela (4:3)</PresentationFormat>
  <Paragraphs>0</Paragraphs>
  <Slides>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6" baseType="lpstr">
      <vt:lpstr>Office Theme</vt:lpstr>
      <vt:lpstr>Arduino UNO</vt:lpstr>
      <vt:lpstr>O que é o Arduino UNO?</vt:lpstr>
      <vt:lpstr>Para que serve?</vt:lpstr>
      <vt:lpstr>Principais Características</vt:lpstr>
      <vt:lpstr>Exemplos de Projetos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Arduino UNO</dc:title>
  <dc:subject/>
  <dc:creator/>
  <cp:keywords/>
  <dc:description>generated using python-pptx</dc:description>
  <cp:lastModifiedBy>Breno Salvador</cp:lastModifiedBy>
  <cp:revision>4</cp:revision>
  <dcterms:created xsi:type="dcterms:W3CDTF">2013-01-27T09:14:16Z</dcterms:created>
  <dcterms:modified xsi:type="dcterms:W3CDTF">2025-11-18T14:10:29Z</dcterms:modified>
  <cp:category/>
</cp:coreProperties>
</file>